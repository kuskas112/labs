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"/>
  </p:notesMasterIdLst>
  <p:sldIdLst>
    <p:sldId id="256" r:id="rId2"/>
    <p:sldId id="263" r:id="rId3"/>
    <p:sldId id="265" r:id="rId4"/>
    <p:sldId id="266" r:id="rId5"/>
    <p:sldId id="267" r:id="rId6"/>
  </p:sldIdLst>
  <p:sldSz cx="10691813" cy="7559675"/>
  <p:notesSz cx="6761163" cy="99425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3" autoAdjust="0"/>
    <p:restoredTop sz="94651" autoAdjust="0"/>
  </p:normalViewPr>
  <p:slideViewPr>
    <p:cSldViewPr snapToGrid="0">
      <p:cViewPr varScale="1">
        <p:scale>
          <a:sx n="99" d="100"/>
          <a:sy n="99" d="100"/>
        </p:scale>
        <p:origin x="17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A3B39-FE63-434E-AB9C-F87AF0466FCD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08063" y="1243013"/>
            <a:ext cx="47450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C364F-F8CC-47C4-9B50-43B8A9D1E2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39ECB-35BB-47E3-A569-D40D884548C4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51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DBFA7-04DC-4042-9487-9943C96D0EA0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46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246E-416F-4CF0-B768-3AF4C23B2C03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970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75797-ACF3-47A1-B235-FCF79E909B8F}" type="datetime1">
              <a:rPr lang="ru-RU" smtClean="0"/>
              <a:t>27.12.2025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1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1D5D-FA8A-4E87-AEE5-53FC8E9C529F}" type="datetime1">
              <a:rPr lang="ru-RU" smtClean="0"/>
              <a:t>27.12.2025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30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7DFB-E632-4C6D-A9E1-3925D811D561}" type="datetime1">
              <a:rPr lang="ru-RU" smtClean="0"/>
              <a:t>27.12.2025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72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8E215-C6A9-4473-87F4-81BFEC50F53C}" type="datetime1">
              <a:rPr lang="ru-RU" smtClean="0"/>
              <a:t>27.12.2025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77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6F55-8C2A-42C9-8F07-2D37B8D47068}" type="datetime1">
              <a:rPr lang="ru-RU" smtClean="0"/>
              <a:t>27.12.2025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34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59D5-AE64-40D1-8DB1-A121067050E1}" type="datetime1">
              <a:rPr lang="ru-RU" smtClean="0"/>
              <a:t>27.12.2025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21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D3EB-22A1-41CC-9F98-985918856F96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06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023D0-1694-43EE-87FB-4253F8D62945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23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2C624-7EFC-46A2-9304-A58646640221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74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64650" y="2186751"/>
            <a:ext cx="8562512" cy="174533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Основы системного анализа</a:t>
            </a:r>
            <a:endParaRPr lang="ru-RU" sz="2105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871104" y="4988868"/>
            <a:ext cx="5209993" cy="836200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ru-RU" dirty="0" smtClean="0"/>
              <a:t>Студент: </a:t>
            </a:r>
            <a:r>
              <a:rPr lang="ru-RU" dirty="0" err="1" smtClean="0"/>
              <a:t>Василения</a:t>
            </a:r>
            <a:r>
              <a:rPr lang="ru-RU" dirty="0" smtClean="0"/>
              <a:t> Иван Валерьевич</a:t>
            </a:r>
          </a:p>
          <a:p>
            <a:pPr algn="r"/>
            <a:r>
              <a:rPr lang="ru-RU" dirty="0" smtClean="0"/>
              <a:t>Преподаватель: Раков Владимир Иванович</a:t>
            </a: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4049636" y="6643599"/>
            <a:ext cx="2592540" cy="476497"/>
          </a:xfrm>
          <a:prstGeom prst="rect">
            <a:avLst/>
          </a:prstGeom>
        </p:spPr>
        <p:txBody>
          <a:bodyPr vert="horz" lIns="80189" tIns="40094" rIns="80189" bIns="40094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754" dirty="0" smtClean="0"/>
              <a:t>Орёл, 2025г</a:t>
            </a:r>
            <a:r>
              <a:rPr lang="ru-RU" sz="1754" dirty="0"/>
              <a:t>.</a:t>
            </a:r>
            <a:endParaRPr lang="ru-RU" sz="1403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1064650" y="3925782"/>
            <a:ext cx="8562512" cy="394100"/>
          </a:xfrm>
          <a:prstGeom prst="rect">
            <a:avLst/>
          </a:prstGeom>
        </p:spPr>
        <p:txBody>
          <a:bodyPr vert="horz" lIns="80189" tIns="40094" rIns="80189" bIns="40094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105" dirty="0"/>
              <a:t>Лабораторная работа </a:t>
            </a:r>
            <a:r>
              <a:rPr lang="ru-RU" sz="2105" dirty="0" smtClean="0"/>
              <a:t>№2</a:t>
            </a:r>
            <a:endParaRPr lang="ru-RU" sz="2105" dirty="0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1064651" y="643303"/>
            <a:ext cx="8562511" cy="932159"/>
          </a:xfrm>
          <a:prstGeom prst="rect">
            <a:avLst/>
          </a:prstGeom>
        </p:spPr>
        <p:txBody>
          <a:bodyPr vert="horz" lIns="80189" tIns="40094" rIns="80189" bIns="40094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/>
              <a:t>Орловский государственный </a:t>
            </a:r>
            <a:r>
              <a:rPr lang="ru-RU" sz="2800" dirty="0" smtClean="0"/>
              <a:t>университет</a:t>
            </a:r>
          </a:p>
          <a:p>
            <a:r>
              <a:rPr lang="ru-RU" sz="2800" dirty="0" smtClean="0"/>
              <a:t>имени </a:t>
            </a:r>
            <a:r>
              <a:rPr lang="ru-RU" sz="2800" dirty="0"/>
              <a:t>И.С. Тургенева</a:t>
            </a:r>
          </a:p>
        </p:txBody>
      </p:sp>
    </p:spTree>
    <p:extLst>
      <p:ext uri="{BB962C8B-B14F-4D97-AF65-F5344CB8AC3E}">
        <p14:creationId xmlns:p14="http://schemas.microsoft.com/office/powerpoint/2010/main" val="38266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Классический 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2</a:t>
            </a:fld>
            <a:endParaRPr lang="ru-RU" sz="240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729490" y="1074387"/>
            <a:ext cx="9221689" cy="754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/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37" y="2247363"/>
            <a:ext cx="8925842" cy="372992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025337" y="1208894"/>
            <a:ext cx="8925842" cy="7603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ru-RU" b="1" dirty="0"/>
              <a:t>Классический анализ </a:t>
            </a:r>
            <a:r>
              <a:rPr lang="ru-RU" dirty="0"/>
              <a:t>– это разбиение объекта и исследование его частей с произвольным </a:t>
            </a:r>
            <a:r>
              <a:rPr lang="ru-RU" dirty="0" err="1"/>
              <a:t>целеназначением</a:t>
            </a:r>
            <a:r>
              <a:rPr lang="ru-RU" dirty="0"/>
              <a:t>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749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Традиционный подход к организации исследования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3</a:t>
            </a:fld>
            <a:endParaRPr lang="ru-RU" sz="2400"/>
          </a:p>
        </p:txBody>
      </p:sp>
      <p:sp>
        <p:nvSpPr>
          <p:cNvPr id="7" name="Заголовок 3"/>
          <p:cNvSpPr>
            <a:spLocks noGrp="1"/>
          </p:cNvSpPr>
          <p:nvPr>
            <p:ph type="title"/>
          </p:nvPr>
        </p:nvSpPr>
        <p:spPr>
          <a:xfrm>
            <a:off x="749380" y="1814914"/>
            <a:ext cx="9221689" cy="806514"/>
          </a:xfrm>
        </p:spPr>
        <p:txBody>
          <a:bodyPr>
            <a:noAutofit/>
          </a:bodyPr>
          <a:lstStyle/>
          <a:p>
            <a:pPr algn="just"/>
            <a:endParaRPr lang="ru-RU" sz="2400" dirty="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763696" y="974384"/>
            <a:ext cx="9221689" cy="43143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/>
              <a:t>(</a:t>
            </a:r>
            <a:r>
              <a:rPr lang="ru-RU" sz="2400" dirty="0"/>
              <a:t>профессор Попов 1972г</a:t>
            </a:r>
            <a:r>
              <a:rPr lang="ru-RU" sz="2400" dirty="0" smtClean="0"/>
              <a:t>.)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80" y="3030518"/>
            <a:ext cx="9346018" cy="242914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29491" y="1766152"/>
            <a:ext cx="9255894" cy="7603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ru-RU" b="1" dirty="0"/>
              <a:t>Свойство </a:t>
            </a:r>
            <a:r>
              <a:rPr lang="ru-RU" dirty="0"/>
              <a:t>– то, как функционирует объект при взаимодействии с другими объектами.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899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Системный 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4</a:t>
            </a:fld>
            <a:endParaRPr lang="ru-RU" sz="240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729489" y="1317812"/>
            <a:ext cx="9221689" cy="7933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400" dirty="0" smtClean="0"/>
          </a:p>
        </p:txBody>
      </p:sp>
      <p:sp>
        <p:nvSpPr>
          <p:cNvPr id="12" name="Заголовок 3"/>
          <p:cNvSpPr txBox="1">
            <a:spLocks/>
          </p:cNvSpPr>
          <p:nvPr/>
        </p:nvSpPr>
        <p:spPr>
          <a:xfrm>
            <a:off x="729489" y="6052007"/>
            <a:ext cx="9221689" cy="5274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4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27" y="2354614"/>
            <a:ext cx="9123063" cy="290078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9489" y="1317812"/>
            <a:ext cx="9255894" cy="7603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b="1" dirty="0"/>
              <a:t>Системный анализ – </a:t>
            </a:r>
            <a:r>
              <a:rPr lang="ru-RU" dirty="0"/>
              <a:t>системный подход к организации требуемого функционирования объекта (как систем).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29489" y="5622681"/>
            <a:ext cx="9255894" cy="7603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b="1" dirty="0"/>
              <a:t>Системный подход </a:t>
            </a:r>
            <a:r>
              <a:rPr lang="ru-RU" dirty="0"/>
              <a:t>требует </a:t>
            </a:r>
            <a:r>
              <a:rPr lang="ru-RU" b="1" u="sng" dirty="0"/>
              <a:t>многократного</a:t>
            </a:r>
            <a:r>
              <a:rPr lang="ru-RU" dirty="0"/>
              <a:t> разбиения.</a:t>
            </a:r>
          </a:p>
        </p:txBody>
      </p:sp>
    </p:spTree>
    <p:extLst>
      <p:ext uri="{BB962C8B-B14F-4D97-AF65-F5344CB8AC3E}">
        <p14:creationId xmlns:p14="http://schemas.microsoft.com/office/powerpoint/2010/main" val="271483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Системный метод исследования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5</a:t>
            </a:fld>
            <a:endParaRPr lang="ru-RU" sz="24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328" y="1369796"/>
            <a:ext cx="3596013" cy="487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8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4494</TotalTime>
  <Words>96</Words>
  <Application>Microsoft Office PowerPoint</Application>
  <PresentationFormat>Произвольный</PresentationFormat>
  <Paragraphs>20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Основы системного анализа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системного анализа</dc:title>
  <dc:creator>Aunafae</dc:creator>
  <cp:lastModifiedBy>ИВАН</cp:lastModifiedBy>
  <cp:revision>220</cp:revision>
  <cp:lastPrinted>2025-12-11T17:44:24Z</cp:lastPrinted>
  <dcterms:created xsi:type="dcterms:W3CDTF">2025-09-24T20:04:47Z</dcterms:created>
  <dcterms:modified xsi:type="dcterms:W3CDTF">2025-12-27T12:43:14Z</dcterms:modified>
</cp:coreProperties>
</file>